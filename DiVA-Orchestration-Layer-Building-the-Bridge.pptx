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7B2569-C446-4208-A8B0-CDA766515A0C}" v="11" dt="2026-01-20T06:56:52.7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82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ushik Iyer" userId="31bce39119ec9433" providerId="LiveId" clId="{CDF26D5B-7BA6-41DC-9C77-E98FBDCAFABE}"/>
    <pc:docChg chg="modSld">
      <pc:chgData name="Kaushik Iyer" userId="31bce39119ec9433" providerId="LiveId" clId="{CDF26D5B-7BA6-41DC-9C77-E98FBDCAFABE}" dt="2026-01-21T19:29:41.558" v="125" actId="14100"/>
      <pc:docMkLst>
        <pc:docMk/>
      </pc:docMkLst>
      <pc:sldChg chg="addSp modSp mod">
        <pc:chgData name="Kaushik Iyer" userId="31bce39119ec9433" providerId="LiveId" clId="{CDF26D5B-7BA6-41DC-9C77-E98FBDCAFABE}" dt="2026-01-21T01:11:39.271" v="121" actId="1076"/>
        <pc:sldMkLst>
          <pc:docMk/>
          <pc:sldMk cId="0" sldId="256"/>
        </pc:sldMkLst>
        <pc:spChg chg="add mod">
          <ac:chgData name="Kaushik Iyer" userId="31bce39119ec9433" providerId="LiveId" clId="{CDF26D5B-7BA6-41DC-9C77-E98FBDCAFABE}" dt="2026-01-20T06:54:57.859" v="2" actId="207"/>
          <ac:spMkLst>
            <pc:docMk/>
            <pc:sldMk cId="0" sldId="256"/>
            <ac:spMk id="4" creationId="{C5631A42-D0EB-7462-7839-2CEFFFF665BA}"/>
          </ac:spMkLst>
        </pc:spChg>
        <pc:spChg chg="add mod">
          <ac:chgData name="Kaushik Iyer" userId="31bce39119ec9433" providerId="LiveId" clId="{CDF26D5B-7BA6-41DC-9C77-E98FBDCAFABE}" dt="2026-01-21T01:11:39.271" v="121" actId="1076"/>
          <ac:spMkLst>
            <pc:docMk/>
            <pc:sldMk cId="0" sldId="256"/>
            <ac:spMk id="5" creationId="{0A618549-7F4B-8215-29DA-846C2B082578}"/>
          </ac:spMkLst>
        </pc:spChg>
      </pc:sldChg>
      <pc:sldChg chg="addSp modSp">
        <pc:chgData name="Kaushik Iyer" userId="31bce39119ec9433" providerId="LiveId" clId="{CDF26D5B-7BA6-41DC-9C77-E98FBDCAFABE}" dt="2026-01-20T06:55:06.848" v="3"/>
        <pc:sldMkLst>
          <pc:docMk/>
          <pc:sldMk cId="0" sldId="257"/>
        </pc:sldMkLst>
        <pc:spChg chg="add mod">
          <ac:chgData name="Kaushik Iyer" userId="31bce39119ec9433" providerId="LiveId" clId="{CDF26D5B-7BA6-41DC-9C77-E98FBDCAFABE}" dt="2026-01-20T06:55:06.848" v="3"/>
          <ac:spMkLst>
            <pc:docMk/>
            <pc:sldMk cId="0" sldId="257"/>
            <ac:spMk id="12" creationId="{40089FE9-0B04-99CE-5032-D363A0EE57B3}"/>
          </ac:spMkLst>
        </pc:spChg>
      </pc:sldChg>
      <pc:sldChg chg="addSp modSp">
        <pc:chgData name="Kaushik Iyer" userId="31bce39119ec9433" providerId="LiveId" clId="{CDF26D5B-7BA6-41DC-9C77-E98FBDCAFABE}" dt="2026-01-20T06:55:11.089" v="4"/>
        <pc:sldMkLst>
          <pc:docMk/>
          <pc:sldMk cId="0" sldId="258"/>
        </pc:sldMkLst>
        <pc:spChg chg="add mod">
          <ac:chgData name="Kaushik Iyer" userId="31bce39119ec9433" providerId="LiveId" clId="{CDF26D5B-7BA6-41DC-9C77-E98FBDCAFABE}" dt="2026-01-20T06:55:11.089" v="4"/>
          <ac:spMkLst>
            <pc:docMk/>
            <pc:sldMk cId="0" sldId="258"/>
            <ac:spMk id="16" creationId="{7E7A6823-94D3-BDAD-8C76-5905D58DC478}"/>
          </ac:spMkLst>
        </pc:spChg>
      </pc:sldChg>
      <pc:sldChg chg="addSp modSp mod">
        <pc:chgData name="Kaushik Iyer" userId="31bce39119ec9433" providerId="LiveId" clId="{CDF26D5B-7BA6-41DC-9C77-E98FBDCAFABE}" dt="2026-01-21T19:29:41.558" v="125" actId="14100"/>
        <pc:sldMkLst>
          <pc:docMk/>
          <pc:sldMk cId="0" sldId="259"/>
        </pc:sldMkLst>
        <pc:spChg chg="mod">
          <ac:chgData name="Kaushik Iyer" userId="31bce39119ec9433" providerId="LiveId" clId="{CDF26D5B-7BA6-41DC-9C77-E98FBDCAFABE}" dt="2026-01-20T06:58:57.710" v="107" actId="14100"/>
          <ac:spMkLst>
            <pc:docMk/>
            <pc:sldMk cId="0" sldId="259"/>
            <ac:spMk id="5" creationId="{00000000-0000-0000-0000-000000000000}"/>
          </ac:spMkLst>
        </pc:spChg>
        <pc:spChg chg="add mod">
          <ac:chgData name="Kaushik Iyer" userId="31bce39119ec9433" providerId="LiveId" clId="{CDF26D5B-7BA6-41DC-9C77-E98FBDCAFABE}" dt="2026-01-20T06:55:13.324" v="5"/>
          <ac:spMkLst>
            <pc:docMk/>
            <pc:sldMk cId="0" sldId="259"/>
            <ac:spMk id="6" creationId="{D7ABD946-4A0C-2F45-892B-7306AC7EBAA2}"/>
          </ac:spMkLst>
        </pc:spChg>
        <pc:picChg chg="mod">
          <ac:chgData name="Kaushik Iyer" userId="31bce39119ec9433" providerId="LiveId" clId="{CDF26D5B-7BA6-41DC-9C77-E98FBDCAFABE}" dt="2026-01-21T19:29:41.558" v="125" actId="14100"/>
          <ac:picMkLst>
            <pc:docMk/>
            <pc:sldMk cId="0" sldId="259"/>
            <ac:picMk id="3" creationId="{00000000-0000-0000-0000-000000000000}"/>
          </ac:picMkLst>
        </pc:picChg>
      </pc:sldChg>
      <pc:sldChg chg="addSp modSp mod">
        <pc:chgData name="Kaushik Iyer" userId="31bce39119ec9433" providerId="LiveId" clId="{CDF26D5B-7BA6-41DC-9C77-E98FBDCAFABE}" dt="2026-01-20T06:59:24.491" v="119" actId="20577"/>
        <pc:sldMkLst>
          <pc:docMk/>
          <pc:sldMk cId="0" sldId="260"/>
        </pc:sldMkLst>
        <pc:spChg chg="mod">
          <ac:chgData name="Kaushik Iyer" userId="31bce39119ec9433" providerId="LiveId" clId="{CDF26D5B-7BA6-41DC-9C77-E98FBDCAFABE}" dt="2026-01-20T06:59:24.491" v="119" actId="20577"/>
          <ac:spMkLst>
            <pc:docMk/>
            <pc:sldMk cId="0" sldId="260"/>
            <ac:spMk id="5" creationId="{00000000-0000-0000-0000-000000000000}"/>
          </ac:spMkLst>
        </pc:spChg>
        <pc:spChg chg="add mod">
          <ac:chgData name="Kaushik Iyer" userId="31bce39119ec9433" providerId="LiveId" clId="{CDF26D5B-7BA6-41DC-9C77-E98FBDCAFABE}" dt="2026-01-20T06:55:15.846" v="6"/>
          <ac:spMkLst>
            <pc:docMk/>
            <pc:sldMk cId="0" sldId="260"/>
            <ac:spMk id="6" creationId="{EEFA117F-0C2D-E235-C617-99246869EF92}"/>
          </ac:spMkLst>
        </pc:spChg>
      </pc:sldChg>
      <pc:sldChg chg="addSp modSp">
        <pc:chgData name="Kaushik Iyer" userId="31bce39119ec9433" providerId="LiveId" clId="{CDF26D5B-7BA6-41DC-9C77-E98FBDCAFABE}" dt="2026-01-20T06:55:22.233" v="7"/>
        <pc:sldMkLst>
          <pc:docMk/>
          <pc:sldMk cId="0" sldId="261"/>
        </pc:sldMkLst>
        <pc:spChg chg="add mod">
          <ac:chgData name="Kaushik Iyer" userId="31bce39119ec9433" providerId="LiveId" clId="{CDF26D5B-7BA6-41DC-9C77-E98FBDCAFABE}" dt="2026-01-20T06:55:22.233" v="7"/>
          <ac:spMkLst>
            <pc:docMk/>
            <pc:sldMk cId="0" sldId="261"/>
            <ac:spMk id="6" creationId="{36DAD3A8-1F2A-17A1-A019-2600051E925A}"/>
          </ac:spMkLst>
        </pc:spChg>
      </pc:sldChg>
      <pc:sldChg chg="addSp modSp">
        <pc:chgData name="Kaushik Iyer" userId="31bce39119ec9433" providerId="LiveId" clId="{CDF26D5B-7BA6-41DC-9C77-E98FBDCAFABE}" dt="2026-01-20T06:55:24.534" v="8"/>
        <pc:sldMkLst>
          <pc:docMk/>
          <pc:sldMk cId="0" sldId="262"/>
        </pc:sldMkLst>
        <pc:spChg chg="add mod">
          <ac:chgData name="Kaushik Iyer" userId="31bce39119ec9433" providerId="LiveId" clId="{CDF26D5B-7BA6-41DC-9C77-E98FBDCAFABE}" dt="2026-01-20T06:55:24.534" v="8"/>
          <ac:spMkLst>
            <pc:docMk/>
            <pc:sldMk cId="0" sldId="262"/>
            <ac:spMk id="27" creationId="{A41D745B-AF0E-1227-F60B-F99F8DA4621F}"/>
          </ac:spMkLst>
        </pc:spChg>
      </pc:sldChg>
      <pc:sldChg chg="addSp modSp">
        <pc:chgData name="Kaushik Iyer" userId="31bce39119ec9433" providerId="LiveId" clId="{CDF26D5B-7BA6-41DC-9C77-E98FBDCAFABE}" dt="2026-01-20T06:55:27.569" v="9"/>
        <pc:sldMkLst>
          <pc:docMk/>
          <pc:sldMk cId="0" sldId="263"/>
        </pc:sldMkLst>
        <pc:spChg chg="add mod">
          <ac:chgData name="Kaushik Iyer" userId="31bce39119ec9433" providerId="LiveId" clId="{CDF26D5B-7BA6-41DC-9C77-E98FBDCAFABE}" dt="2026-01-20T06:55:27.569" v="9"/>
          <ac:spMkLst>
            <pc:docMk/>
            <pc:sldMk cId="0" sldId="263"/>
            <ac:spMk id="11" creationId="{B0FD7C1F-EAE3-3797-2060-F28666AD40C6}"/>
          </ac:spMkLst>
        </pc:spChg>
      </pc:sldChg>
      <pc:sldChg chg="addSp modSp">
        <pc:chgData name="Kaushik Iyer" userId="31bce39119ec9433" providerId="LiveId" clId="{CDF26D5B-7BA6-41DC-9C77-E98FBDCAFABE}" dt="2026-01-20T06:55:29.350" v="10"/>
        <pc:sldMkLst>
          <pc:docMk/>
          <pc:sldMk cId="0" sldId="264"/>
        </pc:sldMkLst>
        <pc:spChg chg="add mod">
          <ac:chgData name="Kaushik Iyer" userId="31bce39119ec9433" providerId="LiveId" clId="{CDF26D5B-7BA6-41DC-9C77-E98FBDCAFABE}" dt="2026-01-20T06:55:29.350" v="10"/>
          <ac:spMkLst>
            <pc:docMk/>
            <pc:sldMk cId="0" sldId="264"/>
            <ac:spMk id="15" creationId="{E706A5D5-F02A-A9E3-6F57-53FE83D5E3C6}"/>
          </ac:spMkLst>
        </pc:spChg>
      </pc:sldChg>
      <pc:sldChg chg="addSp modSp">
        <pc:chgData name="Kaushik Iyer" userId="31bce39119ec9433" providerId="LiveId" clId="{CDF26D5B-7BA6-41DC-9C77-E98FBDCAFABE}" dt="2026-01-20T06:55:31.371" v="11"/>
        <pc:sldMkLst>
          <pc:docMk/>
          <pc:sldMk cId="0" sldId="265"/>
        </pc:sldMkLst>
        <pc:spChg chg="add mod">
          <ac:chgData name="Kaushik Iyer" userId="31bce39119ec9433" providerId="LiveId" clId="{CDF26D5B-7BA6-41DC-9C77-E98FBDCAFABE}" dt="2026-01-20T06:55:31.371" v="11"/>
          <ac:spMkLst>
            <pc:docMk/>
            <pc:sldMk cId="0" sldId="265"/>
            <ac:spMk id="24" creationId="{003104EA-53D4-CE63-B01A-5F592CA111B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4869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227427"/>
            <a:ext cx="125559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DiVA Orchestration Layer: Building the Bridge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7636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Developing a scalable orchestrator to manage RAG agents and other AI agents for Type 1 Diabetes clinical decision support</a:t>
            </a:r>
            <a:endParaRPr lang="en-US" sz="175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5631A42-D0EB-7462-7839-2CEFFFF665BA}"/>
              </a:ext>
            </a:extLst>
          </p:cNvPr>
          <p:cNvSpPr/>
          <p:nvPr/>
        </p:nvSpPr>
        <p:spPr>
          <a:xfrm>
            <a:off x="12837695" y="7712242"/>
            <a:ext cx="1696452" cy="42110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618549-7F4B-8215-29DA-846C2B082578}"/>
              </a:ext>
            </a:extLst>
          </p:cNvPr>
          <p:cNvSpPr txBox="1"/>
          <p:nvPr/>
        </p:nvSpPr>
        <p:spPr>
          <a:xfrm>
            <a:off x="697537" y="5245768"/>
            <a:ext cx="35132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Inter Bold"/>
              </a:rPr>
              <a:t>KAUSHIK IYER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755577"/>
            <a:ext cx="2023705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29878" y="1823561"/>
            <a:ext cx="175152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CONTEXT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272546"/>
            <a:ext cx="57620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DiVA Ecosystem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525560"/>
            <a:ext cx="760428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DiVA is a clinical small language model (cSLM) designed to provide safe, individualized guidance for people with Type 1 Diabetes on multiple daily injections (MDI). It integrates with the DailyDose mobile app to deliver conversational, context-aware recommendations.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81243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combines user data from continuous glucose monitors, insulin logs, and activity tracking with predictive models and validated medical sources through retrieval-augmented generation (RAG).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959096" y="35483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Technologies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959096" y="4129445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small language model (cSLM)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959096" y="4571643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with Standard of Care data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8959096" y="5013841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LSTM glucose forecasting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959096" y="5456039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orchestration</a:t>
            </a:r>
            <a:endParaRPr lang="en-US" sz="175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0089FE9-0B04-99CE-5032-D363A0EE57B3}"/>
              </a:ext>
            </a:extLst>
          </p:cNvPr>
          <p:cNvSpPr/>
          <p:nvPr/>
        </p:nvSpPr>
        <p:spPr>
          <a:xfrm>
            <a:off x="12837695" y="7712242"/>
            <a:ext cx="1696452" cy="42110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83638"/>
            <a:ext cx="2182416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498" y="1613654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9675" y="1559243"/>
            <a:ext cx="162282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GOALS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015847"/>
            <a:ext cx="88250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Two-Aim Development Strategy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793790" y="3064788"/>
            <a:ext cx="6407944" cy="3681055"/>
          </a:xfrm>
          <a:prstGeom prst="roundRect">
            <a:avLst>
              <a:gd name="adj" fmla="val 258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028224" y="329922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5390" y="3486269"/>
            <a:ext cx="306110" cy="3061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8224" y="4206478"/>
            <a:ext cx="29552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Aim 1: Build the cSLM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28224" y="4696897"/>
            <a:ext cx="593907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 clinical small language model using curated datasets, RAG, and predictive algorithms. Benchmark against ChatGPT and Phi-3-mini for accuracy, safety, and alignment with diabetes specialist recommendations.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428548" y="3064788"/>
            <a:ext cx="6408063" cy="3681055"/>
          </a:xfrm>
          <a:prstGeom prst="roundRect">
            <a:avLst>
              <a:gd name="adj" fmla="val 258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7662982" y="329922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0148" y="3486269"/>
            <a:ext cx="306110" cy="3061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62982" y="4206478"/>
            <a:ext cx="35610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Aim 2: Clinical Integration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7662982" y="4696897"/>
            <a:ext cx="59391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the cSLM into DailyDose as DiVA, a voice-enabled assistant. Conduct a two-arm pilot study comparing DiVA+DailyDose vs. DailyDose-only to evaluate safety, glucose metrics, and patient-reported outcomes.</a:t>
            </a:r>
            <a:endParaRPr lang="en-US" sz="175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E7A6823-94D3-BDAD-8C76-5905D58DC478}"/>
              </a:ext>
            </a:extLst>
          </p:cNvPr>
          <p:cNvSpPr/>
          <p:nvPr/>
        </p:nvSpPr>
        <p:spPr>
          <a:xfrm>
            <a:off x="12837695" y="7712242"/>
            <a:ext cx="1696452" cy="42110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70812"/>
            <a:ext cx="9059779" cy="679784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937790" y="1438394"/>
            <a:ext cx="38988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Progress: RAG Agent Foundation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9937790" y="4613672"/>
            <a:ext cx="3898821" cy="2665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complete: Retrieval agent successfully ingests Standard of Care documents (Given to me by Sergio), generates clean chunks with citations, and provides structured outputs using the Qwen 2.5-0.5B model.</a:t>
            </a:r>
            <a:endParaRPr lang="en-US" sz="175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ABD946-4A0C-2F45-892B-7306AC7EBAA2}"/>
              </a:ext>
            </a:extLst>
          </p:cNvPr>
          <p:cNvSpPr/>
          <p:nvPr/>
        </p:nvSpPr>
        <p:spPr>
          <a:xfrm>
            <a:off x="12837695" y="7712242"/>
            <a:ext cx="1696452" cy="42110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0"/>
            <a:ext cx="91440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9888" y="2277904"/>
            <a:ext cx="8576905" cy="367379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2147173"/>
            <a:ext cx="3898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RAG Agent in Action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93790" y="3904893"/>
            <a:ext cx="38988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 complete: The RAG agent processes queries against Standard of Care JSON data (By Sergio), returning context-aware answers with metadata and source citations for clinical validation.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968943"/>
            <a:ext cx="1403390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29878" y="3036927"/>
            <a:ext cx="113121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PHASE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3485912"/>
            <a:ext cx="89177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Building the Orchestration Layer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453485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next proof of concept focuses on creating a manager/orchestrator that wraps our existing SoC RAG agent, proving end-to-end orchestration works while establishing patterns for future multi-agent expansion.</a:t>
            </a:r>
            <a:endParaRPr lang="en-US" sz="175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6DAD3A8-1F2A-17A1-A019-2600051E925A}"/>
              </a:ext>
            </a:extLst>
          </p:cNvPr>
          <p:cNvSpPr/>
          <p:nvPr/>
        </p:nvSpPr>
        <p:spPr>
          <a:xfrm>
            <a:off x="12837695" y="7712242"/>
            <a:ext cx="1696452" cy="42110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7952" y="597813"/>
            <a:ext cx="9480709" cy="676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1: Orchestrator Requirements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7952" y="1707832"/>
            <a:ext cx="216575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7952" y="2045256"/>
            <a:ext cx="6448901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57952" y="2214443"/>
            <a:ext cx="3044547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Accept User Questions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57952" y="2682716"/>
            <a:ext cx="6448901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 input queries (hardcoded initially for testing, then dynamic)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23428" y="1707832"/>
            <a:ext cx="216575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23428" y="2045256"/>
            <a:ext cx="6449020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423428" y="2214443"/>
            <a:ext cx="2707362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Intelligent Routing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423428" y="2682716"/>
            <a:ext cx="6449020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Determine which agent to call based on query type and available services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57952" y="3754636"/>
            <a:ext cx="216575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57952" y="4092059"/>
            <a:ext cx="6448901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57952" y="4261247"/>
            <a:ext cx="2956084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Agent Communication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57952" y="4729520"/>
            <a:ext cx="6448901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the SoC RAG agent via terminal using standardized input/output interface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23428" y="3754636"/>
            <a:ext cx="216575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23428" y="4092059"/>
            <a:ext cx="6449020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23428" y="4261247"/>
            <a:ext cx="2832735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Output Normalization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423428" y="4729520"/>
            <a:ext cx="6449020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and standardize responses from agents into consistent format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57952" y="5801439"/>
            <a:ext cx="216575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57952" y="6138863"/>
            <a:ext cx="6448901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57952" y="6308050"/>
            <a:ext cx="2810589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Response Formatting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57952" y="6776323"/>
            <a:ext cx="6448901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clean final answer; handle cases where SoC doesn't support the query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23428" y="5801439"/>
            <a:ext cx="216575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423428" y="6138863"/>
            <a:ext cx="6449020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423428" y="6308050"/>
            <a:ext cx="2919651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Observability Logging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423428" y="6776323"/>
            <a:ext cx="6449020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detailed trace showing which agent was called, success status, and metadata</a:t>
            </a:r>
            <a:endParaRPr lang="en-US" sz="17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41D745B-AF0E-1227-F60B-F99F8DA4621F}"/>
              </a:ext>
            </a:extLst>
          </p:cNvPr>
          <p:cNvSpPr/>
          <p:nvPr/>
        </p:nvSpPr>
        <p:spPr>
          <a:xfrm>
            <a:off x="12837695" y="7712242"/>
            <a:ext cx="1696452" cy="42110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71769"/>
            <a:ext cx="98421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 Observability Requirements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71274"/>
            <a:ext cx="33122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Trace Log Must Capture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6576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agent was invoked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7079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or failure status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15016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 level and hit count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59236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 IDs found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03455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Metadata showing information sources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4767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Routing decision rationale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09480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trace serves as proof that orchestration works and provides debugging capability for complex multi-agent scenarios.</a:t>
            </a:r>
            <a:endParaRPr lang="en-US" sz="175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0FD7C1F-EAE3-3797-2060-F28666AD40C6}"/>
              </a:ext>
            </a:extLst>
          </p:cNvPr>
          <p:cNvSpPr/>
          <p:nvPr/>
        </p:nvSpPr>
        <p:spPr>
          <a:xfrm>
            <a:off x="12837695" y="7712242"/>
            <a:ext cx="1696452" cy="42110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2659"/>
            <a:ext cx="93485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 for Future Scalability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35066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5691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Agent Registry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4059555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catalog of available agents with capabilities and interfaces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435066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35691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Routing Logic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68171" y="4059555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engine to select appropriate agent(s) based on query analysis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2435066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3569137"/>
            <a:ext cx="30227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Plug-and-Play Design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4059555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new agents with minimal integration changes to core orchestrator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5630228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604" y="5974318"/>
            <a:ext cx="283488" cy="2268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0906" y="5913715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orchestrator treats the SoC tool as an external system—it does not reimplement RAG logic, ensuring clean separation of concerns.</a:t>
            </a:r>
            <a:endParaRPr lang="en-US" sz="175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706A5D5-F02A-A9E3-6F57-53FE83D5E3C6}"/>
              </a:ext>
            </a:extLst>
          </p:cNvPr>
          <p:cNvSpPr/>
          <p:nvPr/>
        </p:nvSpPr>
        <p:spPr>
          <a:xfrm>
            <a:off x="12837695" y="7712242"/>
            <a:ext cx="1696452" cy="42110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236" y="763786"/>
            <a:ext cx="5675709" cy="662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Immediate Next Steps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742236" y="1850708"/>
            <a:ext cx="6466880" cy="2243018"/>
          </a:xfrm>
          <a:prstGeom prst="roundRect">
            <a:avLst>
              <a:gd name="adj" fmla="val 397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5096" y="1873568"/>
            <a:ext cx="6421160" cy="636270"/>
          </a:xfrm>
          <a:prstGeom prst="roundRect">
            <a:avLst>
              <a:gd name="adj" fmla="val 9689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816548" y="1989058"/>
            <a:ext cx="318135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77146" y="2721888"/>
            <a:ext cx="304764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 Orchestrator Core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977146" y="3180398"/>
            <a:ext cx="5997059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manager agent with standardized input/output interface for calling the SoC RAG agent via terminal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421166" y="1850708"/>
            <a:ext cx="6466999" cy="2243018"/>
          </a:xfrm>
          <a:prstGeom prst="roundRect">
            <a:avLst>
              <a:gd name="adj" fmla="val 397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444026" y="1873568"/>
            <a:ext cx="6421279" cy="636270"/>
          </a:xfrm>
          <a:prstGeom prst="roundRect">
            <a:avLst>
              <a:gd name="adj" fmla="val 9689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495598" y="1989058"/>
            <a:ext cx="318135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656076" y="2721888"/>
            <a:ext cx="3527822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 Logging System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7656076" y="3180398"/>
            <a:ext cx="5997178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comprehensive trace generation showing routing decisions, agent calls, and metadata extraction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42236" y="4305776"/>
            <a:ext cx="6466880" cy="2243018"/>
          </a:xfrm>
          <a:prstGeom prst="roundRect">
            <a:avLst>
              <a:gd name="adj" fmla="val 397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65096" y="4328636"/>
            <a:ext cx="6421160" cy="636270"/>
          </a:xfrm>
          <a:prstGeom prst="roundRect">
            <a:avLst>
              <a:gd name="adj" fmla="val 9689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816548" y="4444127"/>
            <a:ext cx="318135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977146" y="5176957"/>
            <a:ext cx="2787848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 End-to-End Flow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977146" y="5635466"/>
            <a:ext cx="5997059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orchestration with hardcoded queries, then expand to dynamic input handling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7421166" y="4305776"/>
            <a:ext cx="6466999" cy="2243018"/>
          </a:xfrm>
          <a:prstGeom prst="roundRect">
            <a:avLst>
              <a:gd name="adj" fmla="val 397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444026" y="4328636"/>
            <a:ext cx="6421279" cy="636270"/>
          </a:xfrm>
          <a:prstGeom prst="roundRect">
            <a:avLst>
              <a:gd name="adj" fmla="val 9689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495598" y="4444127"/>
            <a:ext cx="318135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656076" y="5176957"/>
            <a:ext cx="2891909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 Agent Registry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7656076" y="5635466"/>
            <a:ext cx="5997178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extensible framework allowing future agents to be plugged in with minimal code changes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42236" y="6787396"/>
            <a:ext cx="13145929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Prove orchestration works with one real agent before expanding to multi-agent scenarios supporting glucose prediction, exercise planning, and meal bolusing.</a:t>
            </a:r>
            <a:endParaRPr lang="en-US" sz="165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03104EA-53D4-CE63-B01A-5F592CA111B2}"/>
              </a:ext>
            </a:extLst>
          </p:cNvPr>
          <p:cNvSpPr/>
          <p:nvPr/>
        </p:nvSpPr>
        <p:spPr>
          <a:xfrm>
            <a:off x="12837695" y="7712242"/>
            <a:ext cx="1696452" cy="42110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645</Words>
  <Application>Microsoft Office PowerPoint</Application>
  <PresentationFormat>Custom</PresentationFormat>
  <Paragraphs>85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Inter</vt:lpstr>
      <vt:lpstr>Arial</vt:lpstr>
      <vt:lpstr>Inter Bold</vt:lpstr>
      <vt:lpstr>Inter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Kaushik</cp:lastModifiedBy>
  <cp:revision>1</cp:revision>
  <dcterms:created xsi:type="dcterms:W3CDTF">2026-01-20T06:49:39Z</dcterms:created>
  <dcterms:modified xsi:type="dcterms:W3CDTF">2026-01-21T19:29:42Z</dcterms:modified>
</cp:coreProperties>
</file>